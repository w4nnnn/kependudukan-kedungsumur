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046720" cy="4046220"/>
          </a:xfrm>
          <a:prstGeom prst="rect">
            <a:avLst>
              <a:gd name="adj" fmla="val 33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" name="Image 0" descr="/home/w4nn/workbench/kependudukan-kedungsumur/docs/manual/images/logo_kkn_17_black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1280160" cy="1389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68880" y="8686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KEPENDUDUKAN
</a:t>
            </a:r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 KEDUNGSUMUR (SID)
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Digital Administrasi Desa Berbasis Web, Aman, &amp; Real-Time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14400" y="2560320"/>
            <a:ext cx="7315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834640"/>
            <a:ext cx="3520440" cy="1463040"/>
          </a:xfrm>
          <a:prstGeom prst="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29260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DISUSUN OLEH: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Kuliah Kerja Nyata (KKN) Kelompok 17
</a:t>
            </a:r>
            <a:pPr indent="0" marL="0">
              <a:buNone/>
            </a:pPr>
            <a:r>
              <a:rPr lang="en-US" sz="11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Fakultas Ilmu Komputer (FILKOM)
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Nahdlatul Ulama Sidoarjo (UNUSIDA)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09160" y="2834640"/>
            <a:ext cx="3520440" cy="1463040"/>
          </a:xfrm>
          <a:prstGeom prst="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29260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KERJASAMA: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Desa Kedungsumur
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Kecamatan Krembung, Kabupaten Sidoarjo
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 &amp; Urgensi Digitalisasi Desa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731520" y="4754880"/>
            <a:ext cx="76809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Kependudukan Desa Kedungsumur — KKN 17 FILKOM UNUSIDA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2514600" cy="3474720"/>
          </a:xfrm>
          <a:prstGeom prst="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234440"/>
            <a:ext cx="914400" cy="274320"/>
          </a:xfrm>
          <a:prstGeom prst="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Kendala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Arsip Konvensional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46888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manual pada buku register fisik rentan mengalami kerusakan, data terselip, serta membutuhkan waktu lama saat pencarian arsip warga.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005840"/>
            <a:ext cx="2514600" cy="3474720"/>
          </a:xfrm>
          <a:prstGeom prst="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234440"/>
            <a:ext cx="914400" cy="274320"/>
          </a:xfrm>
          <a:prstGeom prst="rect">
            <a:avLst>
              <a:gd name="adj" fmla="val 20000"/>
            </a:avLst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16916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 Sensus &amp; Statistik Cepat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246888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desa memerlukan data demografi yang akurat dan terbarui secara instan untuk alokasi bantuan sosial dan perencanaan pembangunan wilayah.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514600" cy="3474720"/>
          </a:xfrm>
          <a:prstGeom prst="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1234440"/>
            <a:ext cx="914400" cy="274320"/>
          </a:xfrm>
          <a:prstGeom prst="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16916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 Keamanan Data Warga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46888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 dan Nomor KK merupakan data privasi sensitif yang harus dienkripsi agar terhindar dari penyalahgunaan dan kebocoran data kependudukan.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 &amp; Fitur Keamanan Mutakhir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731520" y="4754880"/>
            <a:ext cx="76809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Kependudukan Desa Kedungsumur — KKN 17 FILKOM UNUSIDA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379476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005840"/>
            <a:ext cx="91440" cy="1600200"/>
          </a:xfrm>
          <a:prstGeom prst="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Enkripsi Simetris AES-256-GCM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002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 dan Nomor KK disimpan dalam bentuk terenkripsi kriptografi standar militer di PostgreSQL untuk proteksi maksimal.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79476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05840"/>
            <a:ext cx="91440" cy="160020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Indexing (HMAC SHA-256 + Salt)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Pencarian cepat NIK &amp; No KK tetap presisi tanpa perlu mendekripsi seluruh baris data di database.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2788920"/>
            <a:ext cx="379476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88920"/>
            <a:ext cx="91440" cy="1600200"/>
          </a:xfrm>
          <a:prstGeom prst="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Penyimpanan Pasfoto MinIO S3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383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Berkas pasfoto formal warga tersimpan pada Object Storage berkecepatan tinggi dengan sinkronisasi otomatis.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788920"/>
            <a:ext cx="379476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788920"/>
            <a:ext cx="91440" cy="160020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Fullstack Stack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(App Router) + Fastify v5 API + Drizzle ORM + Better Auth Session Management.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Statistik Demografi Real-Time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731520" y="4754880"/>
            <a:ext cx="76809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Kependudukan Desa Kedungsumur — KKN 17 FILKOM UNUSIDA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Visualisasi Data Interaktif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KPI Instan: Total jiwa warga (L/P), jumlah KK, rasio jiwa/KK, dan total operator sistem.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Grafik Piramida Usia: Distribusi kelompok balita, anak, remaja, usia produktif, dan lansia.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Kepadatan per RT: Proporsi jumlah warga terdaftar per rukun tetangga (RT 001 - RT 006).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Komposisi Agama &amp; Pekerjaan: Statistik sebaran agama dan profesi dominan warga desa.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794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Unduh Laporan PDF: Generate laporan statistik resmi desa siap cetak dengan sekali klik.</a:t>
            </a:r>
            <a:endParaRPr lang="en-US" sz="1000" dirty="0"/>
          </a:p>
        </p:txBody>
      </p:sp>
      <p:pic>
        <p:nvPicPr>
          <p:cNvPr id="17" name="Image 0" descr="/home/w4nn/workbench/kependudukan-kedungsumur/docs/manual/images/03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005840"/>
            <a:ext cx="4023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Data Penduduk (CRUD &amp; Detail Profil)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731520" y="4754880"/>
            <a:ext cx="76809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Kependudukan Desa Kedungsumur — KKN 17 FILKOM UNUSIDA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Pengelolaan Data Individu Warga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Pencarian Cepat: Temukan warga instan berdasarkan Nama Lengkap atau 16 digit NIK.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RT/RW Terpadu: Membatasi daftar warga pada lingkungan RT/RW tertentu.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Lengkap &amp; Pasfoto: Kartu identitas detail menampilkan data pribadi, domisili, dan pekerjaan.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Perbaruan Data Dinamis: Mengubah data domisili, mutasi status perkawinan, atau foto warga.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794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Konfirmasi Hapus Aman: Dilengkapi dialog konfirmasi untuk mencegah penghapusan data tanpa sengaja.</a:t>
            </a:r>
            <a:endParaRPr lang="en-US" sz="1000" dirty="0"/>
          </a:p>
        </p:txBody>
      </p:sp>
      <p:pic>
        <p:nvPicPr>
          <p:cNvPr id="17" name="Image 0" descr="/home/w4nn/workbench/kependudukan-kedungsumur/docs/manual/images/04_penduduk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005840"/>
            <a:ext cx="4023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Formulir Entri Penduduk &amp; Pasfoto MinIO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731520" y="4754880"/>
            <a:ext cx="76809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Kependudukan Desa Kedungsumur — KKN 17 FILKOM UNUSIDA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900" dirty="0"/>
          </a:p>
        </p:txBody>
      </p:sp>
      <p:pic>
        <p:nvPicPr>
          <p:cNvPr id="6" name="Image 0" descr="/home/w4nn/workbench/kependudukan-kedungsumur/docs/manual/images/22_form_tambah_penduduk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40233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 Entri Data Warga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14630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NIK &amp; No KK 16 Digit: Mencegah kesalahan ketik nomor identitas kependudukan.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37760" y="205740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Kelahiran &amp; Domisili: Tempat lahir, tanggal lahir, alamat jalan, RT, RW, dan dusun.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37760" y="26517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Sosial &amp; Pekerjaan: Status pernikahan resmi, agama, dan mata pencaharian.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937760" y="324612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521208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Pasfoto Formal: Dukungan format JPG, PNG, WebP hingga 5MB tersimpan di Object Storage.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37760" y="384048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212080" y="3794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Otomatis: Otomatis terhubung dengan pencarian blind-index dan kartu keluarga.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Ekspor &amp; Impor Data Massal Excel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731520" y="4754880"/>
            <a:ext cx="76809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Kependudukan Desa Kedungsumur — KKN 17 FILKOM UNUSIDA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Migrasi &amp; Pencadangan Data Cepat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08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Ekspor Excel Sekali Klik: Mengunduh rekapitulasi data penduduk &amp; KK dalam file .xlsx.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94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Impor Standar: Tersedia template spreadsheet resmi yang mudah diisi aparatur desa.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 Massal Ribuan Baris: Memasukkan ribuan data warga sekaligus secara otomatis dalam hitungan detik.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66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Cerdas &amp; Enkripsi: Otomatis memvalidasi NIK duplikat dan mengenkripsi seluruh baris data.</a:t>
            </a:r>
            <a:endParaRPr lang="en-US" sz="1050" dirty="0"/>
          </a:p>
        </p:txBody>
      </p:sp>
      <p:pic>
        <p:nvPicPr>
          <p:cNvPr id="15" name="Image 0" descr="/home/w4nn/workbench/kependudukan-kedungsumur/docs/manual/images/09_import_penduduk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005840"/>
            <a:ext cx="4023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Kartu Keluarga (KK) Elektronik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731520" y="4754880"/>
            <a:ext cx="76809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Kependudukan Desa Kedungsumur — KKN 17 FILKOM UNUSIDA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900" dirty="0"/>
          </a:p>
        </p:txBody>
      </p:sp>
      <p:pic>
        <p:nvPicPr>
          <p:cNvPr id="6" name="Image 0" descr="/home/w4nn/workbench/kependudukan-kedungsumur/docs/manual/images/12_detail_k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40233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Pengelolaan Susunan Keluarga Desa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146304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Penetapan Kepala Keluarga: Memilih kepala keluarga dari daftar penduduk terdaftar.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37760" y="205740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Relasi Anggota Keluarga: Mengatur status hubungan (Istri, Anak, Orang Tua, Famili Lain).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37760" y="265176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 KK Elektronik Resmi: Tampilan kartu keluarga resmi lengkap dengan kop desa dan tabel anggota.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937760" y="324612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5" name="Text 12"/>
          <p:cNvSpPr/>
          <p:nvPr/>
        </p:nvSpPr>
        <p:spPr>
          <a:xfrm>
            <a:off x="521208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Mutasi &amp; Pembaruan: Memudahkan penambahan kelahiran anak atau pemecahan KK baru.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37760" y="3840480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5212080" y="3794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Cetak: Dapat dicetak langsung melalui browser untuk keperluan administrasi warga.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Pengguna &amp; Kontrol Hak Akses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731520" y="4754880"/>
            <a:ext cx="76809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Kependudukan Desa Kedungsumur — KKN 17 FILKOM UNUSIDA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3794760" cy="347472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188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Administrator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Akses Penuh: Kelola seluruh data kependudukan, KK, dan statistik desa.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17627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Manajemen Akun Staf: Mendaftarkan akun baru untuk staf/operator desa.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70662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Reset Kata Sandi: Mengatur ulang password akun yang lupa kata sandi.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23697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Blokir / Unblock Akun: Membatasi akses staf yang mutasi/cuti tanpa menghapus data.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7673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Zona Bahaya: Menghapus akun secara permanen dari basis data sistem.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3794760" cy="347472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88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Staf / Operator Desa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645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Entri Data Harian: Input data penduduk baru dan mutasi data keluarga.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17627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Upload Pasfoto Warga: Mengunggah berkas pasfoto warga untuk kartu identitas.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70662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Pencarian &amp; Verifikasi: Verifikasi identitas warga melalui NIK dan No KK.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23697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Pencetakan Kartu: Mencetak rincian Kartu Keluarga dan laporan warga.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7673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Batasan Wilayah: Dapat ditugaskan khusus untuk wilayah RT/RW tertentu.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Operasional Harian Pengguna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731520" y="4754880"/>
            <a:ext cx="76809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Kependudukan Desa Kedungsumur — KKN 17 FILKOM UNUSIDA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828800" cy="310896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640080" cy="640080"/>
          </a:xfrm>
          <a:prstGeom prst="rect">
            <a:avLst>
              <a:gd name="adj" fmla="val 11429"/>
            </a:avLst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Petugas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dengan username &amp; password resmi yang terdaftar.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1188720"/>
            <a:ext cx="1828800" cy="310896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371600"/>
            <a:ext cx="640080" cy="640080"/>
          </a:xfrm>
          <a:prstGeom prst="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036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Verifikasi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26974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Lakukan pencarian NIK atau input data penduduk beserta pasfoto.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1828800" cy="310896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371600"/>
            <a:ext cx="640080" cy="640080"/>
          </a:xfrm>
          <a:prstGeom prst="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Kelola KK / Cetak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6974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Hubungkan anggota keluarga dan unduh laporan PDF / KK.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1188720"/>
            <a:ext cx="1828800" cy="310896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371600"/>
            <a:ext cx="640080" cy="640080"/>
          </a:xfrm>
          <a:prstGeom prst="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28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Logout Aman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26974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Akhiri sesi sebelum meninggalkan perangkat kerja.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046720" cy="4046220"/>
          </a:xfrm>
          <a:prstGeom prst="rect">
            <a:avLst>
              <a:gd name="adj" fmla="val 33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" name="Image 0" descr="/home/w4nn/workbench/kependudukan-kedungsumur/docs/manual/images/logo_kkn_17_black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822960"/>
            <a:ext cx="1280160" cy="1389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Diskusi &amp; Tanya Jawab (Q&amp;A)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KULIAH KERJA NYATA (KKN) KELOMPOK 17
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FAKULTAS ILMU KOMPUTER (FILKOM) — UNIVERSITAS NAHDLATUL ULAMA SIDOARJO (UNUSIDA)
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Bekerjasama dengan Pemerintah Desa Kedungsumur, Kec. Krembung, Kab. Sidoarjo ©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11</Slides>
	<Notes>11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11</vt:i4></vt:variant>
		</vt:vector>
	</HeadingPairs>
	<TitlesOfParts>
		<vt:vector size="14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
		</vt:vector>
	</TitlesOfParts>
	<Company>Pemerintah Desa Kedungsumur & UNUSIDA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Informasi Kependudukan Desa Kedungsumur</dc:title>
  <dc:subject>PptxGenJS Presentation</dc:subject>
  <dc:creator>KKN Kelompok 17 FILKOM UNUSIDA</dc:creator>
  <cp:lastModifiedBy>KKN Kelompok 17 FILKOM UNUSIDA</cp:lastModifiedBy>
  <cp:revision>1</cp:revision>
  <dcterms:created xsi:type="dcterms:W3CDTF">2026-08-26T20:56:20Z</dcterms:created>
  <dcterms:modified xsi:type="dcterms:W3CDTF">2026-08-26T20:56:20Z</dcterms:modified>
</cp:coreProperties>
</file>